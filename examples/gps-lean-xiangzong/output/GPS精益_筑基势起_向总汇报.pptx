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当前精益推进现存真实痛点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56692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01 落地不均衡，标杆与常态两极分化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标杆产线成果显著，但多数产线仍停留在表层5S整改；深层次浪费与工艺瓶颈未触及，存在「重展示、轻落地、难持续」的形式化问题。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06040"/>
            <a:ext cx="56692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02 改善偏单点，系统性攻坚能力不足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改善多为碎片化整改，对拉晶高能耗、切片断线损耗等核心技术痛点攻坚不够，难以从根本上拉动良率与成本等关键指标。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56692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03 全员氛围不足，自主改善意识薄弱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推进仍依赖管理推动与专班督导，一线员工多为「被动执行」模式，尚未形成「主动找浪费、主动提改善、主动创价值」的精益文化。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914400"/>
            <a:ext cx="56692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04 机制落地不彻底，考核未闭环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精益落地与人才晋升、基地评价挂钩常流于形式，缺乏量化指标支撑与清晰奖惩机制，导致管理关注度不一、基层执行驱动力不足。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06040"/>
            <a:ext cx="56692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05 精益信息化缺失，改善难沉淀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改善经验难沉淀、难复制，数据与现场脱节，缺少统一数字化看板与闭环系统，难以支撑精益从「运动式」走向「常态化」。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97680"/>
            <a:ext cx="5669280" cy="21488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关键判断
精益生产本质是消除浪费与持续改善；实践中仍面临从表层整改到深层次攻坚的多重执行挑战。
闭环机制与数据沉淀是精益从「运动式」走向「常态化」的关键，破除形式主义、回归价值创造。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筑基 →「势起」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自2025年9月以来，GPS精益体系已从「探索与单点整改」迈入「体系起势与机制落地」阶段。2026年为关键推进年：精益作为「第二生产力」，以「453」框架启航精益转型，践行「真善美」价值主张。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四级架构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2788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决策层·战略引领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确立战略/审批课题/资源政策支持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783080"/>
            <a:ext cx="2788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推进层·体系赋能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体系规划/方法导入/督导与育人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2788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执行层·攻坚落地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基地主责/目标分解/资源协同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783080"/>
            <a:ext cx="2788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落地层·现场改善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班组SOP/现场提案改善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971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五大体系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46120"/>
            <a:ext cx="219456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83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01对标研学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246120"/>
            <a:ext cx="219456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383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02标杆复制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3246120"/>
            <a:ext cx="219456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3383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03人才育成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246120"/>
            <a:ext cx="219456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383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04考核管控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59" y="3246120"/>
            <a:ext cx="2194560" cy="59436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59" y="3383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05价值生产力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0690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三阶段路径（2026下半年）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389120"/>
            <a:ext cx="37033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7–8月 筑基巩固期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补短板、定标准、全员培训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389120"/>
            <a:ext cx="37033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9–10月 攻坚突破期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专项课题，解决核心痛点瓶颈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4389120"/>
            <a:ext cx="37033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39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11–12月 价值兑现期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39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固化成果、长效机制、效益验证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669280"/>
            <a:ext cx="11338560" cy="8229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453框架 = 四级架构 × 五大体系 × 三阶段路径　｜　打造「第二生产力」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五大体系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57150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640080" cy="2606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88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01 对标研学体系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从「被动学习」到「对标赶超」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011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三维对标：横向内部基地+纵向工序+制造标杆，识别绩效差距。
量化整改：聚焦能耗、良率、OEE等核心KPI，月度差距清单与整改计划。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960120"/>
            <a:ext cx="57150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960120"/>
            <a:ext cx="640080" cy="2606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188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02 标杆复制体系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5544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从「单点标杆」到「全域标准化」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标准化拆解：标杆车间/产线经验沉淀为SOP与点检标准，跨线复制。
标杆升级：从基础5S走向提质增效、降本与零缺陷，打造行业领先标杆。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39"/>
            <a:ext cx="57150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640080" cy="2606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5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776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03 人才育成体系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34339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从「基础普及」到「精英赋能」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00599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三级梯队：精益骨干（执行）+内训师（传播）+精益专班（决策）。
利益绑定：认证与晋升通道、绩效激励挂钩，形成学会—会用—受益正循环。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49039"/>
            <a:ext cx="571500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749039"/>
            <a:ext cx="640080" cy="2606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005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7763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04 考核管控体系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34339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从「柔性要求」到「刚性闭环」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00599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制度化考核：精益指标纳入正式考核，基地与核心干部量化评价。
红黑榜：部门负责人主责，公开展示改善结果，奖惩清晰、闭环管理。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</a:rPr>
              <a:t>五大体系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价值生产力体系：以精益锚定核心课题、助力价值增长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聚焦五大
核心课题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突破生产瓶颈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YaHei"/>
                <a:ea typeface="Microsoft YaHei"/>
              </a:rPr>
              <a:t>推动精益改善转化为产能增量、良率增量、效益增量，打造「第二生产力」引擎。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960120"/>
            <a:ext cx="75438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143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01 拉晶硅损优化 — 厘清硅损价值链浪费点；降低切割与磨削余量；提升硅料利用效率。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801368"/>
            <a:ext cx="75438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842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02 切片损耗管控 — 攻克断线、碎片难点；提升硅片切割良率与优品率。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642616"/>
            <a:ext cx="75438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82549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03 组件质量攻坚 — 管控层压缺陷、隐裂、虚焊及碎片率；保障可靠性与寿命。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483864"/>
            <a:ext cx="75438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66674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04 设备效能跃升 — 夯实TPM运行模式；提升OEE；保障设备与产线连续稳定运行。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4325112"/>
            <a:ext cx="75438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5079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05 精益数字化+ — 以标准化为基础，拉通顶层数字化模型；整合DMS、TPMS、QMS。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394960"/>
            <a:ext cx="11430000" cy="109728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实现管理与产能双增长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推动精益改善转化为实实在在的产能增量、良率增量、效益增量，打造支撑公司业务规模化、高质量发展的「第二生产力」引擎。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三个阶段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5577840" cy="731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2026上半年｜筑基起势（0→1）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建体系、树标杆、统一组织认知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868680"/>
            <a:ext cx="5577840" cy="7315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960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2026下半年｜全域放大与价值兑现（1→N）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标杆复制、痛点攻坚、机制固化、产能效益兑现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</a:rPr>
              <a:t>实施路径：三阶段推进，层层递进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48840"/>
            <a:ext cx="3749039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2148840"/>
            <a:ext cx="3749039" cy="10058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01  7–8月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标杆认证 · 统一执行标准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· 标杆车间/产线认证；8月明确复制进度，全工序夯实管理基础。
· 系统输出工具方法论；识别各基地短板，形成工序精益标准手册。
· 启动组件DMS，实现Andon在线响应与问题闭环。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94960"/>
            <a:ext cx="3474720" cy="86868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目标：统一执行标准，消除产线基础差距，实现标准化作业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148840"/>
            <a:ext cx="3749039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80" y="2148840"/>
            <a:ext cx="3749039" cy="100584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02  9–10月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专项攻坚 · 文化激活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832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· 拉晶专项：降硅损、断线、碎片与能耗。
· 加速组件「改善周」；黑带人才聚焦日常管理、TPM与品质改善。
· 落地人才赋能体系；绩效与改善成果、人才培养硬挂钩。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5394960"/>
            <a:ext cx="3474720" cy="86868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532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目标：攻克生产瓶颈，激发组织内生动力，形成全员参与氛围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148840"/>
            <a:ext cx="3749039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2148840"/>
            <a:ext cx="3749039" cy="10058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03  11–12月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成果固化 · 价值兑现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3832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· 开展半年度精益人才认证与项目成果发布。
· 复盘全年精益改善成果，建设标准体系与最佳实践案例库。
· 量化降本、提质、增效的经济价值，完成价值闭环。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5394960"/>
            <a:ext cx="3474720" cy="86868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5532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目标：形成长效精益管理机制，管理成果固化、价值清晰可见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精益全域落地｜以「真善美」锚定改善底层逻辑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所有精益课题、现场改善、体系运行统一对标公司核心价值主张，构建可信、有效、长效的改善闭环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3749039" cy="5532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3749039" cy="10515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守「真」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数据驱动、过程可控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全流程可追溯：损耗/OEE实时采集，量化收益。
SPC底线：工艺参数设限，异常自动预警。
根因分析：以真实缺陷为依据，拒绝主观归因。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74920"/>
            <a:ext cx="3474720" cy="11430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可信改善：客观数据支撑，拒绝假成果，让改善可见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914400"/>
            <a:ext cx="3749039" cy="5532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914400"/>
            <a:ext cx="3749039" cy="105156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行「善」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守正创新、系统攻坚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860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夯实基础：推进TPM、SMED，闭环到一线。
攻坚痛点：聚焦拉晶、切片、组件核心瓶颈。
一地一策：适配不同基地特征定制策略。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5074920"/>
            <a:ext cx="3474720" cy="11430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5257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有效改善：系统突破核心痛点，让改善有价值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914400"/>
            <a:ext cx="3749039" cy="5532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0" y="914400"/>
            <a:ext cx="3749039" cy="10515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求「美」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554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极致现场、零缺陷品质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860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现场之美：全域6S与目视化，消除隐形浪费。
品质之美：防错、巡检、EL，严防不良流出。
零缺陷：严控批次稳定性，降低客诉损失。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5074920"/>
            <a:ext cx="3474720" cy="114300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5257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长效改善：成果标准化、持续精进，让改善成日常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